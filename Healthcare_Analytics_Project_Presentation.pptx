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7"/>
  </p:notesMasterIdLst>
  <p:handoutMasterIdLst>
    <p:handoutMasterId r:id="rId18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2" r:id="rId12"/>
    <p:sldId id="341" r:id="rId13"/>
    <p:sldId id="343" r:id="rId14"/>
    <p:sldId id="344" r:id="rId15"/>
    <p:sldId id="30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BEC7CDC-8A58-4D9E-9C8B-BED4AE5FAC2E}" v="29" dt="2026-10-22T08:50:11.857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7085" autoAdjust="0"/>
    <p:restoredTop sz="95033" autoAdjust="0"/>
  </p:normalViewPr>
  <p:slideViewPr>
    <p:cSldViewPr snapToGrid="0">
      <p:cViewPr>
        <p:scale>
          <a:sx n="40" d="100"/>
          <a:sy n="40" d="100"/>
        </p:scale>
        <p:origin x="216" y="970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handoutMaster" Target="handoutMasters/handoutMaster1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iwank Singh" userId="869e4722a81db6c1" providerId="LiveId" clId="{E5A62A5A-47D4-4BC9-9F86-B58A9518055C}"/>
    <pc:docChg chg="undo custSel addSld delSld modSld">
      <pc:chgData name="Shiwank Singh" userId="869e4722a81db6c1" providerId="LiveId" clId="{E5A62A5A-47D4-4BC9-9F86-B58A9518055C}" dt="2026-10-22T08:50:42.346" v="875" actId="1036"/>
      <pc:docMkLst>
        <pc:docMk/>
      </pc:docMkLst>
      <pc:sldChg chg="addSp delSp modSp mod delAnim">
        <pc:chgData name="Shiwank Singh" userId="869e4722a81db6c1" providerId="LiveId" clId="{E5A62A5A-47D4-4BC9-9F86-B58A9518055C}" dt="2026-10-22T08:28:54.327" v="462" actId="255"/>
        <pc:sldMkLst>
          <pc:docMk/>
          <pc:sldMk cId="1341901065" sldId="302"/>
        </pc:sldMkLst>
        <pc:spChg chg="del">
          <ac:chgData name="Shiwank Singh" userId="869e4722a81db6c1" providerId="LiveId" clId="{E5A62A5A-47D4-4BC9-9F86-B58A9518055C}" dt="2026-10-22T08:22:04.925" v="290" actId="478"/>
          <ac:spMkLst>
            <pc:docMk/>
            <pc:sldMk cId="1341901065" sldId="302"/>
            <ac:spMk id="7" creationId="{B21C28F5-3CA3-4B78-B5C9-550C00BB3174}"/>
          </ac:spMkLst>
        </pc:spChg>
        <pc:spChg chg="mod">
          <ac:chgData name="Shiwank Singh" userId="869e4722a81db6c1" providerId="LiveId" clId="{E5A62A5A-47D4-4BC9-9F86-B58A9518055C}" dt="2026-10-22T08:28:54.327" v="462" actId="255"/>
          <ac:spMkLst>
            <pc:docMk/>
            <pc:sldMk cId="1341901065" sldId="302"/>
            <ac:spMk id="9" creationId="{FEF304F5-32C5-4869-B185-859B567855A8}"/>
          </ac:spMkLst>
        </pc:spChg>
        <pc:spChg chg="mod">
          <ac:chgData name="Shiwank Singh" userId="869e4722a81db6c1" providerId="LiveId" clId="{E5A62A5A-47D4-4BC9-9F86-B58A9518055C}" dt="2026-10-22T08:23:27.402" v="313" actId="113"/>
          <ac:spMkLst>
            <pc:docMk/>
            <pc:sldMk cId="1341901065" sldId="302"/>
            <ac:spMk id="17" creationId="{00000000-0000-0000-0000-000000000000}"/>
          </ac:spMkLst>
        </pc:spChg>
        <pc:spChg chg="mod">
          <ac:chgData name="Shiwank Singh" userId="869e4722a81db6c1" providerId="LiveId" clId="{E5A62A5A-47D4-4BC9-9F86-B58A9518055C}" dt="2026-10-22T08:23:50.126" v="327" actId="14100"/>
          <ac:spMkLst>
            <pc:docMk/>
            <pc:sldMk cId="1341901065" sldId="302"/>
            <ac:spMk id="18" creationId="{00000000-0000-0000-0000-000000000000}"/>
          </ac:spMkLst>
        </pc:spChg>
        <pc:picChg chg="mod">
          <ac:chgData name="Shiwank Singh" userId="869e4722a81db6c1" providerId="LiveId" clId="{E5A62A5A-47D4-4BC9-9F86-B58A9518055C}" dt="2026-10-22T08:23:12.796" v="308" actId="1076"/>
          <ac:picMkLst>
            <pc:docMk/>
            <pc:sldMk cId="1341901065" sldId="302"/>
            <ac:picMk id="2" creationId="{F1FC3E39-8C60-4F64-9838-2A683F25B8C4}"/>
          </ac:picMkLst>
        </pc:picChg>
        <pc:picChg chg="add del mod">
          <ac:chgData name="Shiwank Singh" userId="869e4722a81db6c1" providerId="LiveId" clId="{E5A62A5A-47D4-4BC9-9F86-B58A9518055C}" dt="2026-10-22T08:23:14.406" v="310" actId="1076"/>
          <ac:picMkLst>
            <pc:docMk/>
            <pc:sldMk cId="1341901065" sldId="302"/>
            <ac:picMk id="6" creationId="{0B7C27C4-3E14-490A-B132-CBBEDA1E905A}"/>
          </ac:picMkLst>
        </pc:picChg>
      </pc:sldChg>
      <pc:sldChg chg="delSp modSp mod">
        <pc:chgData name="Shiwank Singh" userId="869e4722a81db6c1" providerId="LiveId" clId="{E5A62A5A-47D4-4BC9-9F86-B58A9518055C}" dt="2026-10-22T08:27:26.097" v="447" actId="255"/>
        <pc:sldMkLst>
          <pc:docMk/>
          <pc:sldMk cId="3401748718" sldId="304"/>
        </pc:sldMkLst>
        <pc:spChg chg="mod">
          <ac:chgData name="Shiwank Singh" userId="869e4722a81db6c1" providerId="LiveId" clId="{E5A62A5A-47D4-4BC9-9F86-B58A9518055C}" dt="2026-10-22T08:27:26.097" v="447" actId="255"/>
          <ac:spMkLst>
            <pc:docMk/>
            <pc:sldMk cId="3401748718" sldId="304"/>
            <ac:spMk id="3" creationId="{D88C20CF-C1EE-4092-B52D-FD4AB2AB2508}"/>
          </ac:spMkLst>
        </pc:spChg>
        <pc:spChg chg="del">
          <ac:chgData name="Shiwank Singh" userId="869e4722a81db6c1" providerId="LiveId" clId="{E5A62A5A-47D4-4BC9-9F86-B58A9518055C}" dt="2026-10-22T08:27:00.670" v="389" actId="478"/>
          <ac:spMkLst>
            <pc:docMk/>
            <pc:sldMk cId="3401748718" sldId="304"/>
            <ac:spMk id="12" creationId="{BC277FD7-925B-4C3D-A364-118403201507}"/>
          </ac:spMkLst>
        </pc:spChg>
      </pc:sldChg>
      <pc:sldChg chg="modSp mod">
        <pc:chgData name="Shiwank Singh" userId="869e4722a81db6c1" providerId="LiveId" clId="{E5A62A5A-47D4-4BC9-9F86-B58A9518055C}" dt="2026-10-22T08:20:42.155" v="258" actId="255"/>
        <pc:sldMkLst>
          <pc:docMk/>
          <pc:sldMk cId="3696770303" sldId="315"/>
        </pc:sldMkLst>
        <pc:spChg chg="mod">
          <ac:chgData name="Shiwank Singh" userId="869e4722a81db6c1" providerId="LiveId" clId="{E5A62A5A-47D4-4BC9-9F86-B58A9518055C}" dt="2026-10-22T08:20:42.155" v="258" actId="255"/>
          <ac:spMkLst>
            <pc:docMk/>
            <pc:sldMk cId="3696770303" sldId="315"/>
            <ac:spMk id="3" creationId="{EBF2FBC7-3552-4F01-BB27-8BEEE74F7277}"/>
          </ac:spMkLst>
        </pc:spChg>
      </pc:sldChg>
      <pc:sldChg chg="delSp modSp mod delAnim">
        <pc:chgData name="Shiwank Singh" userId="869e4722a81db6c1" providerId="LiveId" clId="{E5A62A5A-47D4-4BC9-9F86-B58A9518055C}" dt="2026-10-22T08:20:26.960" v="257" actId="20577"/>
        <pc:sldMkLst>
          <pc:docMk/>
          <pc:sldMk cId="3098548442" sldId="327"/>
        </pc:sldMkLst>
        <pc:spChg chg="del">
          <ac:chgData name="Shiwank Singh" userId="869e4722a81db6c1" providerId="LiveId" clId="{E5A62A5A-47D4-4BC9-9F86-B58A9518055C}" dt="2026-10-21T07:37:26.642" v="62" actId="478"/>
          <ac:spMkLst>
            <pc:docMk/>
            <pc:sldMk cId="3098548442" sldId="327"/>
            <ac:spMk id="2" creationId="{E46E4DD1-270B-4C80-AFF0-EB26F132AF36}"/>
          </ac:spMkLst>
        </pc:spChg>
        <pc:spChg chg="mod">
          <ac:chgData name="Shiwank Singh" userId="869e4722a81db6c1" providerId="LiveId" clId="{E5A62A5A-47D4-4BC9-9F86-B58A9518055C}" dt="2026-10-22T08:18:09.621" v="175" actId="27636"/>
          <ac:spMkLst>
            <pc:docMk/>
            <pc:sldMk cId="3098548442" sldId="327"/>
            <ac:spMk id="4" creationId="{777CC02B-F7C6-47A8-8C3E-C57C417D9EA3}"/>
          </ac:spMkLst>
        </pc:spChg>
        <pc:spChg chg="mod">
          <ac:chgData name="Shiwank Singh" userId="869e4722a81db6c1" providerId="LiveId" clId="{E5A62A5A-47D4-4BC9-9F86-B58A9518055C}" dt="2026-10-22T08:20:26.960" v="257" actId="20577"/>
          <ac:spMkLst>
            <pc:docMk/>
            <pc:sldMk cId="3098548442" sldId="327"/>
            <ac:spMk id="17" creationId="{00000000-0000-0000-0000-000000000000}"/>
          </ac:spMkLst>
        </pc:spChg>
        <pc:picChg chg="mod">
          <ac:chgData name="Shiwank Singh" userId="869e4722a81db6c1" providerId="LiveId" clId="{E5A62A5A-47D4-4BC9-9F86-B58A9518055C}" dt="2026-10-21T07:38:01.389" v="135" actId="1076"/>
          <ac:picMkLst>
            <pc:docMk/>
            <pc:sldMk cId="3098548442" sldId="327"/>
            <ac:picMk id="5" creationId="{C8FE02DE-D7B2-433D-BFE4-2F564022AD89}"/>
          </ac:picMkLst>
        </pc:picChg>
      </pc:sldChg>
      <pc:sldChg chg="addSp delSp modSp mod delAnim">
        <pc:chgData name="Shiwank Singh" userId="869e4722a81db6c1" providerId="LiveId" clId="{E5A62A5A-47D4-4BC9-9F86-B58A9518055C}" dt="2026-10-22T08:21:46.352" v="289" actId="113"/>
        <pc:sldMkLst>
          <pc:docMk/>
          <pc:sldMk cId="48075006" sldId="329"/>
        </pc:sldMkLst>
        <pc:spChg chg="del">
          <ac:chgData name="Shiwank Singh" userId="869e4722a81db6c1" providerId="LiveId" clId="{E5A62A5A-47D4-4BC9-9F86-B58A9518055C}" dt="2026-10-22T08:21:13.475" v="263" actId="478"/>
          <ac:spMkLst>
            <pc:docMk/>
            <pc:sldMk cId="48075006" sldId="329"/>
            <ac:spMk id="2" creationId="{664E3B60-2780-459A-8583-F095D5E7463A}"/>
          </ac:spMkLst>
        </pc:spChg>
        <pc:spChg chg="add del mod">
          <ac:chgData name="Shiwank Singh" userId="869e4722a81db6c1" providerId="LiveId" clId="{E5A62A5A-47D4-4BC9-9F86-B58A9518055C}" dt="2026-10-22T08:21:46.352" v="289" actId="113"/>
          <ac:spMkLst>
            <pc:docMk/>
            <pc:sldMk cId="48075006" sldId="329"/>
            <ac:spMk id="17" creationId="{00000000-0000-0000-0000-000000000000}"/>
          </ac:spMkLst>
        </pc:spChg>
      </pc:sldChg>
      <pc:sldChg chg="addSp modSp mod">
        <pc:chgData name="Shiwank Singh" userId="869e4722a81db6c1" providerId="LiveId" clId="{E5A62A5A-47D4-4BC9-9F86-B58A9518055C}" dt="2026-10-22T08:19:51.549" v="255" actId="1036"/>
        <pc:sldMkLst>
          <pc:docMk/>
          <pc:sldMk cId="1604013440" sldId="338"/>
        </pc:sldMkLst>
        <pc:spChg chg="add mod">
          <ac:chgData name="Shiwank Singh" userId="869e4722a81db6c1" providerId="LiveId" clId="{E5A62A5A-47D4-4BC9-9F86-B58A9518055C}" dt="2026-10-22T08:19:51.549" v="255" actId="1036"/>
          <ac:spMkLst>
            <pc:docMk/>
            <pc:sldMk cId="1604013440" sldId="338"/>
            <ac:spMk id="3" creationId="{A561CB9D-AC5E-A534-20F1-7313B4CF2956}"/>
          </ac:spMkLst>
        </pc:spChg>
        <pc:spChg chg="mod">
          <ac:chgData name="Shiwank Singh" userId="869e4722a81db6c1" providerId="LiveId" clId="{E5A62A5A-47D4-4BC9-9F86-B58A9518055C}" dt="2026-10-22T08:18:09.607" v="174" actId="27636"/>
          <ac:spMkLst>
            <pc:docMk/>
            <pc:sldMk cId="1604013440" sldId="338"/>
            <ac:spMk id="4" creationId="{92056599-CDAA-4367-BEF8-31D6E32518C8}"/>
          </ac:spMkLst>
        </pc:spChg>
        <pc:spChg chg="add mod">
          <ac:chgData name="Shiwank Singh" userId="869e4722a81db6c1" providerId="LiveId" clId="{E5A62A5A-47D4-4BC9-9F86-B58A9518055C}" dt="2026-10-22T08:18:16.629" v="179"/>
          <ac:spMkLst>
            <pc:docMk/>
            <pc:sldMk cId="1604013440" sldId="338"/>
            <ac:spMk id="5" creationId="{5DB967D4-C9AD-D9DE-97DB-77BDFB97D237}"/>
          </ac:spMkLst>
        </pc:spChg>
        <pc:spChg chg="add mod">
          <ac:chgData name="Shiwank Singh" userId="869e4722a81db6c1" providerId="LiveId" clId="{E5A62A5A-47D4-4BC9-9F86-B58A9518055C}" dt="2026-10-22T08:18:25.112" v="181"/>
          <ac:spMkLst>
            <pc:docMk/>
            <pc:sldMk cId="1604013440" sldId="338"/>
            <ac:spMk id="7" creationId="{1B67C81D-B612-EAA2-D614-55BC62F0A22F}"/>
          </ac:spMkLst>
        </pc:spChg>
        <pc:spChg chg="add">
          <ac:chgData name="Shiwank Singh" userId="869e4722a81db6c1" providerId="LiveId" clId="{E5A62A5A-47D4-4BC9-9F86-B58A9518055C}" dt="2026-10-22T08:18:31.452" v="182" actId="22"/>
          <ac:spMkLst>
            <pc:docMk/>
            <pc:sldMk cId="1604013440" sldId="338"/>
            <ac:spMk id="9" creationId="{28946D2E-732C-823A-D8B3-CC3F255F5831}"/>
          </ac:spMkLst>
        </pc:spChg>
      </pc:sldChg>
      <pc:sldChg chg="addSp delSp modSp mod delAnim modAnim">
        <pc:chgData name="Shiwank Singh" userId="869e4722a81db6c1" providerId="LiveId" clId="{E5A62A5A-47D4-4BC9-9F86-B58A9518055C}" dt="2026-10-22T08:29:05.454" v="463" actId="255"/>
        <pc:sldMkLst>
          <pc:docMk/>
          <pc:sldMk cId="1086225493" sldId="339"/>
        </pc:sldMkLst>
        <pc:spChg chg="add del mod">
          <ac:chgData name="Shiwank Singh" userId="869e4722a81db6c1" providerId="LiveId" clId="{E5A62A5A-47D4-4BC9-9F86-B58A9518055C}" dt="2026-10-22T08:27:45.524" v="450" actId="478"/>
          <ac:spMkLst>
            <pc:docMk/>
            <pc:sldMk cId="1086225493" sldId="339"/>
            <ac:spMk id="2" creationId="{5824B168-2BA0-6A82-0AB4-909C07AECCD5}"/>
          </ac:spMkLst>
        </pc:spChg>
        <pc:spChg chg="add mod">
          <ac:chgData name="Shiwank Singh" userId="869e4722a81db6c1" providerId="LiveId" clId="{E5A62A5A-47D4-4BC9-9F86-B58A9518055C}" dt="2026-10-22T08:29:05.454" v="463" actId="255"/>
          <ac:spMkLst>
            <pc:docMk/>
            <pc:sldMk cId="1086225493" sldId="339"/>
            <ac:spMk id="3" creationId="{8651CF95-928B-F896-20AE-4AEC2C87D8C5}"/>
          </ac:spMkLst>
        </pc:spChg>
        <pc:spChg chg="del mod">
          <ac:chgData name="Shiwank Singh" userId="869e4722a81db6c1" providerId="LiveId" clId="{E5A62A5A-47D4-4BC9-9F86-B58A9518055C}" dt="2026-10-22T08:27:50.270" v="452" actId="478"/>
          <ac:spMkLst>
            <pc:docMk/>
            <pc:sldMk cId="1086225493" sldId="339"/>
            <ac:spMk id="4" creationId="{AFE3A2AF-177E-45E6-A191-0F8523DB7FFA}"/>
          </ac:spMkLst>
        </pc:spChg>
        <pc:spChg chg="del">
          <ac:chgData name="Shiwank Singh" userId="869e4722a81db6c1" providerId="LiveId" clId="{E5A62A5A-47D4-4BC9-9F86-B58A9518055C}" dt="2026-10-22T08:28:04.297" v="456" actId="478"/>
          <ac:spMkLst>
            <pc:docMk/>
            <pc:sldMk cId="1086225493" sldId="339"/>
            <ac:spMk id="7" creationId="{372426BE-BEE7-4A6D-BCD2-059615BBCE25}"/>
          </ac:spMkLst>
        </pc:spChg>
        <pc:spChg chg="del">
          <ac:chgData name="Shiwank Singh" userId="869e4722a81db6c1" providerId="LiveId" clId="{E5A62A5A-47D4-4BC9-9F86-B58A9518055C}" dt="2026-10-22T08:28:02.384" v="455" actId="478"/>
          <ac:spMkLst>
            <pc:docMk/>
            <pc:sldMk cId="1086225493" sldId="339"/>
            <ac:spMk id="8" creationId="{E61E227A-5883-4C77-B25A-46A22FFDF41F}"/>
          </ac:spMkLst>
        </pc:spChg>
        <pc:spChg chg="add del mod">
          <ac:chgData name="Shiwank Singh" userId="869e4722a81db6c1" providerId="LiveId" clId="{E5A62A5A-47D4-4BC9-9F86-B58A9518055C}" dt="2026-10-22T08:25:05.996" v="385" actId="478"/>
          <ac:spMkLst>
            <pc:docMk/>
            <pc:sldMk cId="1086225493" sldId="339"/>
            <ac:spMk id="9" creationId="{E25373E9-1A26-4A40-9897-E42DE485D8E3}"/>
          </ac:spMkLst>
        </pc:spChg>
        <pc:spChg chg="del mod">
          <ac:chgData name="Shiwank Singh" userId="869e4722a81db6c1" providerId="LiveId" clId="{E5A62A5A-47D4-4BC9-9F86-B58A9518055C}" dt="2026-10-22T08:27:53.923" v="453" actId="478"/>
          <ac:spMkLst>
            <pc:docMk/>
            <pc:sldMk cId="1086225493" sldId="339"/>
            <ac:spMk id="10" creationId="{B19D8AC7-3787-4ADB-9212-0808F015C2DD}"/>
          </ac:spMkLst>
        </pc:spChg>
        <pc:spChg chg="del mod">
          <ac:chgData name="Shiwank Singh" userId="869e4722a81db6c1" providerId="LiveId" clId="{E5A62A5A-47D4-4BC9-9F86-B58A9518055C}" dt="2026-10-22T08:27:58.585" v="454" actId="478"/>
          <ac:spMkLst>
            <pc:docMk/>
            <pc:sldMk cId="1086225493" sldId="339"/>
            <ac:spMk id="31" creationId="{00000000-0000-0000-0000-000000000000}"/>
          </ac:spMkLst>
        </pc:spChg>
      </pc:sldChg>
      <pc:sldChg chg="addSp modSp new mod">
        <pc:chgData name="Shiwank Singh" userId="869e4722a81db6c1" providerId="LiveId" clId="{E5A62A5A-47D4-4BC9-9F86-B58A9518055C}" dt="2026-10-22T08:32:29.056" v="504" actId="1076"/>
        <pc:sldMkLst>
          <pc:docMk/>
          <pc:sldMk cId="3667943489" sldId="340"/>
        </pc:sldMkLst>
        <pc:spChg chg="add mod">
          <ac:chgData name="Shiwank Singh" userId="869e4722a81db6c1" providerId="LiveId" clId="{E5A62A5A-47D4-4BC9-9F86-B58A9518055C}" dt="2026-10-22T08:28:33.725" v="460" actId="113"/>
          <ac:spMkLst>
            <pc:docMk/>
            <pc:sldMk cId="3667943489" sldId="340"/>
            <ac:spMk id="3" creationId="{547F3749-F6CF-91FC-9FF0-C3E55456D1B6}"/>
          </ac:spMkLst>
        </pc:spChg>
        <pc:graphicFrameChg chg="add mod">
          <ac:chgData name="Shiwank Singh" userId="869e4722a81db6c1" providerId="LiveId" clId="{E5A62A5A-47D4-4BC9-9F86-B58A9518055C}" dt="2026-10-22T08:31:22.245" v="467"/>
          <ac:graphicFrameMkLst>
            <pc:docMk/>
            <pc:sldMk cId="3667943489" sldId="340"/>
            <ac:graphicFrameMk id="6" creationId="{2B6C78FC-B4D8-216F-8522-600FCD8CD484}"/>
          </ac:graphicFrameMkLst>
        </pc:graphicFrameChg>
        <pc:graphicFrameChg chg="add mod">
          <ac:chgData name="Shiwank Singh" userId="869e4722a81db6c1" providerId="LiveId" clId="{E5A62A5A-47D4-4BC9-9F86-B58A9518055C}" dt="2026-10-22T08:32:19.899" v="502" actId="1035"/>
          <ac:graphicFrameMkLst>
            <pc:docMk/>
            <pc:sldMk cId="3667943489" sldId="340"/>
            <ac:graphicFrameMk id="7" creationId="{A349FA87-87DB-A782-28D7-67A93D3D0373}"/>
          </ac:graphicFrameMkLst>
        </pc:graphicFrameChg>
        <pc:picChg chg="add mod">
          <ac:chgData name="Shiwank Singh" userId="869e4722a81db6c1" providerId="LiveId" clId="{E5A62A5A-47D4-4BC9-9F86-B58A9518055C}" dt="2026-10-22T08:32:29.056" v="504" actId="1076"/>
          <ac:picMkLst>
            <pc:docMk/>
            <pc:sldMk cId="3667943489" sldId="340"/>
            <ac:picMk id="5" creationId="{B8B345D9-5DAD-7CBC-5B79-798F9FA4037E}"/>
          </ac:picMkLst>
        </pc:picChg>
      </pc:sldChg>
      <pc:sldChg chg="addSp modSp new mod">
        <pc:chgData name="Shiwank Singh" userId="869e4722a81db6c1" providerId="LiveId" clId="{E5A62A5A-47D4-4BC9-9F86-B58A9518055C}" dt="2026-10-22T08:37:03.654" v="642" actId="1036"/>
        <pc:sldMkLst>
          <pc:docMk/>
          <pc:sldMk cId="2026112307" sldId="341"/>
        </pc:sldMkLst>
        <pc:spChg chg="add">
          <ac:chgData name="Shiwank Singh" userId="869e4722a81db6c1" providerId="LiveId" clId="{E5A62A5A-47D4-4BC9-9F86-B58A9518055C}" dt="2026-10-22T08:29:18.761" v="465" actId="22"/>
          <ac:spMkLst>
            <pc:docMk/>
            <pc:sldMk cId="2026112307" sldId="341"/>
            <ac:spMk id="4" creationId="{B45553EC-D1A4-5CE0-4BDE-F48B8E515B85}"/>
          </ac:spMkLst>
        </pc:spChg>
        <pc:picChg chg="add mod">
          <ac:chgData name="Shiwank Singh" userId="869e4722a81db6c1" providerId="LiveId" clId="{E5A62A5A-47D4-4BC9-9F86-B58A9518055C}" dt="2026-10-22T08:37:03.654" v="642" actId="1036"/>
          <ac:picMkLst>
            <pc:docMk/>
            <pc:sldMk cId="2026112307" sldId="341"/>
            <ac:picMk id="6" creationId="{D516677E-6E48-C8C0-077E-47E07E14C465}"/>
          </ac:picMkLst>
        </pc:picChg>
      </pc:sldChg>
      <pc:sldChg chg="addSp modSp new mod">
        <pc:chgData name="Shiwank Singh" userId="869e4722a81db6c1" providerId="LiveId" clId="{E5A62A5A-47D4-4BC9-9F86-B58A9518055C}" dt="2026-10-22T08:36:30.507" v="622" actId="1036"/>
        <pc:sldMkLst>
          <pc:docMk/>
          <pc:sldMk cId="2446552923" sldId="342"/>
        </pc:sldMkLst>
        <pc:spChg chg="add">
          <ac:chgData name="Shiwank Singh" userId="869e4722a81db6c1" providerId="LiveId" clId="{E5A62A5A-47D4-4BC9-9F86-B58A9518055C}" dt="2026-10-22T08:29:16.581" v="464" actId="22"/>
          <ac:spMkLst>
            <pc:docMk/>
            <pc:sldMk cId="2446552923" sldId="342"/>
            <ac:spMk id="4" creationId="{1277EBB4-E85B-10A7-399C-2423C46D7563}"/>
          </ac:spMkLst>
        </pc:spChg>
        <pc:graphicFrameChg chg="add mod">
          <ac:chgData name="Shiwank Singh" userId="869e4722a81db6c1" providerId="LiveId" clId="{E5A62A5A-47D4-4BC9-9F86-B58A9518055C}" dt="2026-10-22T08:36:30.507" v="622" actId="1036"/>
          <ac:graphicFrameMkLst>
            <pc:docMk/>
            <pc:sldMk cId="2446552923" sldId="342"/>
            <ac:graphicFrameMk id="7" creationId="{535329DB-4ACD-0CA7-2F2B-E458B075A8AF}"/>
          </ac:graphicFrameMkLst>
        </pc:graphicFrameChg>
        <pc:picChg chg="add mod">
          <ac:chgData name="Shiwank Singh" userId="869e4722a81db6c1" providerId="LiveId" clId="{E5A62A5A-47D4-4BC9-9F86-B58A9518055C}" dt="2026-10-22T08:36:17.333" v="581" actId="1036"/>
          <ac:picMkLst>
            <pc:docMk/>
            <pc:sldMk cId="2446552923" sldId="342"/>
            <ac:picMk id="6" creationId="{54455FBC-D27C-3A5D-51E9-11821E6536F7}"/>
          </ac:picMkLst>
        </pc:picChg>
      </pc:sldChg>
      <pc:sldChg chg="new del">
        <pc:chgData name="Shiwank Singh" userId="869e4722a81db6c1" providerId="LiveId" clId="{E5A62A5A-47D4-4BC9-9F86-B58A9518055C}" dt="2026-10-22T08:33:12.592" v="506" actId="680"/>
        <pc:sldMkLst>
          <pc:docMk/>
          <pc:sldMk cId="1522447503" sldId="343"/>
        </pc:sldMkLst>
      </pc:sldChg>
      <pc:sldChg chg="addSp modSp new mod">
        <pc:chgData name="Shiwank Singh" userId="869e4722a81db6c1" providerId="LiveId" clId="{E5A62A5A-47D4-4BC9-9F86-B58A9518055C}" dt="2026-10-22T08:45:29.734" v="733" actId="14100"/>
        <pc:sldMkLst>
          <pc:docMk/>
          <pc:sldMk cId="2820809486" sldId="343"/>
        </pc:sldMkLst>
        <pc:spChg chg="add mod">
          <ac:chgData name="Shiwank Singh" userId="869e4722a81db6c1" providerId="LiveId" clId="{E5A62A5A-47D4-4BC9-9F86-B58A9518055C}" dt="2026-10-22T08:39:30.842" v="650" actId="207"/>
          <ac:spMkLst>
            <pc:docMk/>
            <pc:sldMk cId="2820809486" sldId="343"/>
            <ac:spMk id="4" creationId="{4C7022A7-BCB4-B588-0D03-79D0E98D15AA}"/>
          </ac:spMkLst>
        </pc:spChg>
        <pc:spChg chg="add mod">
          <ac:chgData name="Shiwank Singh" userId="869e4722a81db6c1" providerId="LiveId" clId="{E5A62A5A-47D4-4BC9-9F86-B58A9518055C}" dt="2026-10-22T08:45:29.734" v="733" actId="14100"/>
          <ac:spMkLst>
            <pc:docMk/>
            <pc:sldMk cId="2820809486" sldId="343"/>
            <ac:spMk id="5" creationId="{D52335C4-5CB1-FB56-2787-4E04C0A2B15B}"/>
          </ac:spMkLst>
        </pc:spChg>
      </pc:sldChg>
      <pc:sldChg chg="addSp delSp modSp new del mod">
        <pc:chgData name="Shiwank Singh" userId="869e4722a81db6c1" providerId="LiveId" clId="{E5A62A5A-47D4-4BC9-9F86-B58A9518055C}" dt="2026-10-22T08:35:36.048" v="550" actId="47"/>
        <pc:sldMkLst>
          <pc:docMk/>
          <pc:sldMk cId="3271433392" sldId="343"/>
        </pc:sldMkLst>
        <pc:spChg chg="del">
          <ac:chgData name="Shiwank Singh" userId="869e4722a81db6c1" providerId="LiveId" clId="{E5A62A5A-47D4-4BC9-9F86-B58A9518055C}" dt="2026-10-22T08:33:22.872" v="508" actId="478"/>
          <ac:spMkLst>
            <pc:docMk/>
            <pc:sldMk cId="3271433392" sldId="343"/>
            <ac:spMk id="2" creationId="{463278EE-D8FB-A81A-0109-8F9CE6BD027C}"/>
          </ac:spMkLst>
        </pc:spChg>
        <pc:spChg chg="add">
          <ac:chgData name="Shiwank Singh" userId="869e4722a81db6c1" providerId="LiveId" clId="{E5A62A5A-47D4-4BC9-9F86-B58A9518055C}" dt="2026-10-22T08:33:33.051" v="509" actId="22"/>
          <ac:spMkLst>
            <pc:docMk/>
            <pc:sldMk cId="3271433392" sldId="343"/>
            <ac:spMk id="5" creationId="{5489BD7E-3F89-0809-9213-B25FA102C4AC}"/>
          </ac:spMkLst>
        </pc:spChg>
        <pc:spChg chg="add del">
          <ac:chgData name="Shiwank Singh" userId="869e4722a81db6c1" providerId="LiveId" clId="{E5A62A5A-47D4-4BC9-9F86-B58A9518055C}" dt="2026-10-22T08:33:43.025" v="511" actId="22"/>
          <ac:spMkLst>
            <pc:docMk/>
            <pc:sldMk cId="3271433392" sldId="343"/>
            <ac:spMk id="7" creationId="{D46A745A-A924-1D46-FB05-71E4808870BD}"/>
          </ac:spMkLst>
        </pc:spChg>
        <pc:graphicFrameChg chg="add mod modGraphic">
          <ac:chgData name="Shiwank Singh" userId="869e4722a81db6c1" providerId="LiveId" clId="{E5A62A5A-47D4-4BC9-9F86-B58A9518055C}" dt="2026-10-22T08:34:27.428" v="548" actId="14100"/>
          <ac:graphicFrameMkLst>
            <pc:docMk/>
            <pc:sldMk cId="3271433392" sldId="343"/>
            <ac:graphicFrameMk id="8" creationId="{40FFDDE2-ED64-2B10-1FFD-DB0118A8D887}"/>
          </ac:graphicFrameMkLst>
        </pc:graphicFrameChg>
        <pc:picChg chg="add mod">
          <ac:chgData name="Shiwank Singh" userId="869e4722a81db6c1" providerId="LiveId" clId="{E5A62A5A-47D4-4BC9-9F86-B58A9518055C}" dt="2026-10-22T08:34:33.494" v="549" actId="1076"/>
          <ac:picMkLst>
            <pc:docMk/>
            <pc:sldMk cId="3271433392" sldId="343"/>
            <ac:picMk id="10" creationId="{FDEBBA8A-9EF2-9871-0387-B2CEA97BDB6C}"/>
          </ac:picMkLst>
        </pc:picChg>
      </pc:sldChg>
      <pc:sldChg chg="addSp delSp modSp new mod">
        <pc:chgData name="Shiwank Singh" userId="869e4722a81db6c1" providerId="LiveId" clId="{E5A62A5A-47D4-4BC9-9F86-B58A9518055C}" dt="2026-10-22T08:50:42.346" v="875" actId="1036"/>
        <pc:sldMkLst>
          <pc:docMk/>
          <pc:sldMk cId="2292613510" sldId="344"/>
        </pc:sldMkLst>
        <pc:spChg chg="add mod">
          <ac:chgData name="Shiwank Singh" userId="869e4722a81db6c1" providerId="LiveId" clId="{E5A62A5A-47D4-4BC9-9F86-B58A9518055C}" dt="2026-10-22T08:48:35.339" v="739" actId="113"/>
          <ac:spMkLst>
            <pc:docMk/>
            <pc:sldMk cId="2292613510" sldId="344"/>
            <ac:spMk id="3" creationId="{3059E741-B851-35D5-911B-EC47B9E4C581}"/>
          </ac:spMkLst>
        </pc:spChg>
        <pc:spChg chg="add del mod">
          <ac:chgData name="Shiwank Singh" userId="869e4722a81db6c1" providerId="LiveId" clId="{E5A62A5A-47D4-4BC9-9F86-B58A9518055C}" dt="2026-10-22T08:48:36.706" v="741"/>
          <ac:spMkLst>
            <pc:docMk/>
            <pc:sldMk cId="2292613510" sldId="344"/>
            <ac:spMk id="4" creationId="{0C67A198-A964-F73A-B03B-4EE6A38158B5}"/>
          </ac:spMkLst>
        </pc:spChg>
        <pc:spChg chg="add del mod">
          <ac:chgData name="Shiwank Singh" userId="869e4722a81db6c1" providerId="LiveId" clId="{E5A62A5A-47D4-4BC9-9F86-B58A9518055C}" dt="2026-10-22T08:48:46.992" v="743" actId="478"/>
          <ac:spMkLst>
            <pc:docMk/>
            <pc:sldMk cId="2292613510" sldId="344"/>
            <ac:spMk id="5" creationId="{C86C223F-20E1-88DF-E335-783569ACA71E}"/>
          </ac:spMkLst>
        </pc:spChg>
        <pc:spChg chg="add del mod">
          <ac:chgData name="Shiwank Singh" userId="869e4722a81db6c1" providerId="LiveId" clId="{E5A62A5A-47D4-4BC9-9F86-B58A9518055C}" dt="2026-10-22T08:48:51.400" v="745" actId="478"/>
          <ac:spMkLst>
            <pc:docMk/>
            <pc:sldMk cId="2292613510" sldId="344"/>
            <ac:spMk id="6" creationId="{7469452B-5A6B-3529-2C74-175E6CF49F55}"/>
          </ac:spMkLst>
        </pc:spChg>
        <pc:spChg chg="add mod">
          <ac:chgData name="Shiwank Singh" userId="869e4722a81db6c1" providerId="LiveId" clId="{E5A62A5A-47D4-4BC9-9F86-B58A9518055C}" dt="2026-10-22T08:50:42.346" v="875" actId="1036"/>
          <ac:spMkLst>
            <pc:docMk/>
            <pc:sldMk cId="2292613510" sldId="344"/>
            <ac:spMk id="8" creationId="{1F2AF2A6-7701-7935-2A68-3493E8EE2EAF}"/>
          </ac:spMkLst>
        </pc:spChg>
        <pc:spChg chg="add mod">
          <ac:chgData name="Shiwank Singh" userId="869e4722a81db6c1" providerId="LiveId" clId="{E5A62A5A-47D4-4BC9-9F86-B58A9518055C}" dt="2026-10-22T08:50:37.545" v="858" actId="1035"/>
          <ac:spMkLst>
            <pc:docMk/>
            <pc:sldMk cId="2292613510" sldId="344"/>
            <ac:spMk id="10" creationId="{7FC4AAFC-6A59-C596-15E2-8696C9406307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10/22/2026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10/22/2026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10/22/2026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10/22/2026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10/22/2026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10/22/2026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10/22/2026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iamshiwank/Healthcare-Analysis" TargetMode="Externa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201737A-B873-4D1D-8A41-5ABF5184BC8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3400089" cy="861497"/>
          </a:xfrm>
        </p:spPr>
        <p:txBody>
          <a:bodyPr wrap="square"/>
          <a:lstStyle/>
          <a:p>
            <a:pPr algn="r">
              <a:defRPr sz="2200" b="1">
                <a:solidFill>
                  <a:srgbClr val="FFFFFF"/>
                </a:solidFill>
              </a:defRPr>
            </a:pPr>
            <a:r>
              <a:t>Shiwank Singh</a:t>
            </a:r>
            <a:endParaRPr lang="en-IN" b="0" dirty="0">
              <a:solidFill>
                <a:schemeClr val="tx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3"/>
            <a:ext cx="4998720" cy="743448"/>
          </a:xfrm>
        </p:spPr>
        <p:txBody>
          <a:bodyPr wrap="square">
            <a:normAutofit fontScale="90000"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Healthcare Analytics</a:t>
            </a:r>
            <a:br/>
            <a:r>
              <a:t>for Doctor Visits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itle 3">
            <a:extLst>
              <a:ext uri="{FF2B5EF4-FFF2-40B4-BE49-F238E27FC236}">
                <a16:creationId xmlns:a16="http://schemas.microsoft.com/office/drawing/2014/main" id="{A561CB9D-AC5E-A534-20F1-7313B4CF2956}"/>
              </a:ext>
            </a:extLst>
          </p:cNvPr>
          <p:cNvSpPr txBox="1">
            <a:spLocks/>
          </p:cNvSpPr>
          <p:nvPr/>
        </p:nvSpPr>
        <p:spPr>
          <a:xfrm>
            <a:off x="677572" y="2585718"/>
            <a:ext cx="6294728" cy="743448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0000" lnSpcReduction="20000"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2800" kern="1200">
                <a:solidFill>
                  <a:schemeClr val="tx1"/>
                </a:solidFill>
                <a:latin typeface="+mn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US" b="1" dirty="0"/>
              <a:t>Project Title – </a:t>
            </a:r>
            <a:r>
              <a:rPr lang="en-US" dirty="0"/>
              <a:t>Healthcare Analytics</a:t>
            </a:r>
          </a:p>
          <a:p>
            <a:r>
              <a:rPr lang="en-US" dirty="0"/>
              <a:t>				    for Doctor Visit</a:t>
            </a:r>
          </a:p>
        </p:txBody>
      </p:sp>
      <p:sp>
        <p:nvSpPr>
          <p:cNvPr id="5" name="Text Placeholder 1">
            <a:extLst>
              <a:ext uri="{FF2B5EF4-FFF2-40B4-BE49-F238E27FC236}">
                <a16:creationId xmlns:a16="http://schemas.microsoft.com/office/drawing/2014/main" id="{5DB967D4-C9AD-D9DE-97DB-77BDFB97D237}"/>
              </a:ext>
            </a:extLst>
          </p:cNvPr>
          <p:cNvSpPr txBox="1">
            <a:spLocks/>
          </p:cNvSpPr>
          <p:nvPr/>
        </p:nvSpPr>
        <p:spPr>
          <a:xfrm>
            <a:off x="731746" y="3455847"/>
            <a:ext cx="4174671" cy="861497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85000" lnSpcReduction="20000"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/>
              <a:t>Shiwank Singh </a:t>
            </a:r>
          </a:p>
          <a:p>
            <a:r>
              <a:rPr lang="en-US"/>
              <a:t>School of Management Sciences, Lucknow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946D2E-732C-823A-D8B3-CC3F255F5831}"/>
              </a:ext>
            </a:extLst>
          </p:cNvPr>
          <p:cNvSpPr txBox="1"/>
          <p:nvPr/>
        </p:nvSpPr>
        <p:spPr>
          <a:xfrm>
            <a:off x="675957" y="4490388"/>
            <a:ext cx="59005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AICTE STU ID :STU69d6286ddc3ff1775642733</a:t>
            </a:r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32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 wrap="square">
            <a:normAutofit/>
          </a:bodyPr>
          <a:lstStyle/>
          <a:p>
            <a:pPr>
              <a:defRPr sz="2800" b="1">
                <a:solidFill>
                  <a:srgbClr val="193C4B"/>
                </a:solidFill>
              </a:defRPr>
            </a:pPr>
            <a:r>
              <a:rPr dirty="0"/>
              <a:t>PROBLEM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29810" y="4474115"/>
            <a:ext cx="2016086" cy="238388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53440" y="1228113"/>
            <a:ext cx="10241280" cy="31700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000" b="0">
                <a:solidFill>
                  <a:srgbClr val="2D3741"/>
                </a:solidFill>
              </a:defRPr>
            </a:pPr>
            <a:r>
              <a:rPr dirty="0"/>
              <a:t>Healthcare services need evidence to understand patterns in demand. This project explores a dataset of 5,190 records to investigate how the number of reported illnesses, health indicators, age scale, income and healthcare support relate to doctor visits.</a:t>
            </a:r>
          </a:p>
          <a:p>
            <a:pPr>
              <a:spcAft>
                <a:spcPts val="800"/>
              </a:spcAft>
              <a:defRPr sz="2000" b="0">
                <a:solidFill>
                  <a:srgbClr val="2D3741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2000" b="0">
                <a:solidFill>
                  <a:srgbClr val="2D3741"/>
                </a:solidFill>
              </a:defRPr>
            </a:pPr>
            <a:r>
              <a:rPr b="1" dirty="0"/>
              <a:t>Problem question:</a:t>
            </a:r>
            <a:r>
              <a:rPr dirty="0"/>
              <a:t> Which recorded factors are associated with higher average doctor visits?</a:t>
            </a:r>
          </a:p>
          <a:p>
            <a:pPr>
              <a:spcAft>
                <a:spcPts val="800"/>
              </a:spcAft>
              <a:defRPr sz="2000" b="0">
                <a:solidFill>
                  <a:srgbClr val="2D3741"/>
                </a:solidFill>
              </a:defRPr>
            </a:pPr>
            <a:r>
              <a:rPr dirty="0"/>
              <a:t>The analysis describes patterns in the available data; it does not diagnose patients or prove cause and effect.</a:t>
            </a:r>
          </a:p>
        </p:txBody>
      </p:sp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BF2FBC7-3552-4F01-BB27-8BEEE74F72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805213"/>
            <a:ext cx="6276109" cy="830997"/>
          </a:xfrm>
        </p:spPr>
        <p:txBody>
          <a:bodyPr wrap="square">
            <a:normAutofit/>
          </a:bodyPr>
          <a:lstStyle/>
          <a:p>
            <a:pPr>
              <a:defRPr sz="2600" b="1">
                <a:solidFill>
                  <a:srgbClr val="193C4B"/>
                </a:solidFill>
              </a:defRPr>
            </a:pPr>
            <a:r>
              <a:rPr sz="2800" dirty="0"/>
              <a:t>PROJECT DESCRIPTION</a:t>
            </a:r>
            <a:endParaRPr lang="en-IN" sz="2800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1554480"/>
            <a:ext cx="1069848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800" b="0">
                <a:solidFill>
                  <a:srgbClr val="2D3741"/>
                </a:solidFill>
              </a:defRPr>
            </a:pPr>
            <a:r>
              <a:t>• Load and inspect the provided healthcare dataset.</a:t>
            </a:r>
          </a:p>
          <a:p>
            <a:pPr>
              <a:spcAft>
                <a:spcPts val="800"/>
              </a:spcAft>
              <a:defRPr sz="1800" b="0">
                <a:solidFill>
                  <a:srgbClr val="2D3741"/>
                </a:solidFill>
              </a:defRPr>
            </a:pPr>
            <a:r>
              <a:t>• Check data types, missing values and duplicate records.</a:t>
            </a:r>
          </a:p>
          <a:p>
            <a:pPr>
              <a:spcAft>
                <a:spcPts val="800"/>
              </a:spcAft>
              <a:defRPr sz="1800" b="0">
                <a:solidFill>
                  <a:srgbClr val="2D3741"/>
                </a:solidFill>
              </a:defRPr>
            </a:pPr>
            <a:r>
              <a:t>• Summarize the distribution of doctor visits.</a:t>
            </a:r>
          </a:p>
          <a:p>
            <a:pPr>
              <a:spcAft>
                <a:spcPts val="800"/>
              </a:spcAft>
              <a:defRPr sz="1800" b="0">
                <a:solidFill>
                  <a:srgbClr val="2D3741"/>
                </a:solidFill>
              </a:defRPr>
            </a:pPr>
            <a:r>
              <a:t>• Compare average visits across illness counts, chronic-condition indicator, gender and age groups.</a:t>
            </a:r>
          </a:p>
          <a:p>
            <a:pPr>
              <a:spcAft>
                <a:spcPts val="800"/>
              </a:spcAft>
              <a:defRPr sz="1800" b="0">
                <a:solidFill>
                  <a:srgbClr val="2D3741"/>
                </a:solidFill>
              </a:defRPr>
            </a:pPr>
            <a:r>
              <a:t>• Examine correlations between visits and selected numeric variables.</a:t>
            </a:r>
          </a:p>
          <a:p>
            <a:pPr>
              <a:spcAft>
                <a:spcPts val="800"/>
              </a:spcAft>
              <a:defRPr sz="1800" b="0">
                <a:solidFill>
                  <a:srgbClr val="2D3741"/>
                </a:solidFill>
              </a:defRPr>
            </a:pPr>
            <a:r>
              <a:t>• Present findings through clear charts and concise observations.</a:t>
            </a:r>
          </a:p>
          <a:p>
            <a:pPr>
              <a:spcAft>
                <a:spcPts val="800"/>
              </a:spcAft>
              <a:defRPr sz="1800" b="0">
                <a:solidFill>
                  <a:srgbClr val="2D3741"/>
                </a:solidFill>
              </a:defRPr>
            </a:pPr>
            <a:endParaRPr/>
          </a:p>
          <a:p>
            <a:pPr>
              <a:spcAft>
                <a:spcPts val="800"/>
              </a:spcAft>
              <a:defRPr sz="1800" b="0">
                <a:solidFill>
                  <a:srgbClr val="2D3741"/>
                </a:solidFill>
              </a:defRPr>
            </a:pPr>
            <a:r>
              <a:t>Scope: descriptive analysis of the supplied records; no prediction model or clinical recommendations are claimed.</a:t>
            </a:r>
          </a:p>
        </p:txBody>
      </p:sp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" y="2099859"/>
            <a:ext cx="9317083" cy="35291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0">
                <a:solidFill>
                  <a:srgbClr val="2D3741"/>
                </a:solidFill>
              </a:defRPr>
            </a:pPr>
            <a:r>
              <a:rPr dirty="0"/>
              <a:t>• Healthcare administrators: understand patterns in service use.</a:t>
            </a:r>
          </a:p>
          <a:p>
            <a:pPr>
              <a:spcAft>
                <a:spcPts val="800"/>
              </a:spcAft>
              <a:defRPr sz="1900" b="0">
                <a:solidFill>
                  <a:srgbClr val="2D3741"/>
                </a:solidFill>
              </a:defRPr>
            </a:pPr>
            <a:r>
              <a:rPr dirty="0"/>
              <a:t>• Public-health students and researchers: explore associations in health-related data.</a:t>
            </a:r>
            <a:endParaRPr lang="en-IN" dirty="0"/>
          </a:p>
          <a:p>
            <a:pPr>
              <a:spcAft>
                <a:spcPts val="800"/>
              </a:spcAft>
              <a:defRPr sz="1900" b="0">
                <a:solidFill>
                  <a:srgbClr val="2D3741"/>
                </a:solidFill>
              </a:defRPr>
            </a:pPr>
            <a:r>
              <a:rPr dirty="0"/>
              <a:t>• Data analytics learners: practice data cleaning, grouping, visualization and interpretation.</a:t>
            </a:r>
          </a:p>
          <a:p>
            <a:pPr>
              <a:spcAft>
                <a:spcPts val="800"/>
              </a:spcAft>
              <a:defRPr sz="1900" b="0">
                <a:solidFill>
                  <a:srgbClr val="2D3741"/>
                </a:solidFill>
              </a:defRPr>
            </a:pPr>
            <a:r>
              <a:rPr dirty="0"/>
              <a:t>• Healthcare planners: use descriptive evidence as a starting point for further investigation.</a:t>
            </a:r>
          </a:p>
          <a:p>
            <a:pPr>
              <a:spcAft>
                <a:spcPts val="800"/>
              </a:spcAft>
              <a:defRPr sz="1900" b="0">
                <a:solidFill>
                  <a:srgbClr val="2D3741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900" b="0">
                <a:solidFill>
                  <a:srgbClr val="2D3741"/>
                </a:solidFill>
              </a:defRPr>
            </a:pPr>
            <a:r>
              <a:rPr b="1" dirty="0"/>
              <a:t>Note:</a:t>
            </a:r>
            <a:r>
              <a:rPr dirty="0"/>
              <a:t> the dataset is for educational analysis and should not be used to make decisions about an individual patient.</a:t>
            </a:r>
          </a:p>
        </p:txBody>
      </p:sp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sz="2800" dirty="0"/>
              <a:t>Technology Used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8749" y="1371600"/>
            <a:ext cx="5306291" cy="31495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r>
              <a:rPr dirty="0"/>
              <a:t>PYTHON</a:t>
            </a:r>
          </a:p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r>
              <a:rPr dirty="0"/>
              <a:t>Data processing and analysis</a:t>
            </a:r>
          </a:p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r>
              <a:rPr dirty="0"/>
              <a:t>PANDAS + NUMPY</a:t>
            </a:r>
          </a:p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r>
              <a:rPr dirty="0"/>
              <a:t>Data loading, cleaning and summaries</a:t>
            </a:r>
          </a:p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r>
              <a:rPr dirty="0"/>
              <a:t>MATPLOTLIB</a:t>
            </a:r>
          </a:p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r>
              <a:rPr dirty="0"/>
              <a:t>Charts and visual exploration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930532" y="1371600"/>
            <a:ext cx="4650382" cy="34419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r>
              <a:rPr dirty="0"/>
              <a:t>JUPYTER NOTEBOOK</a:t>
            </a:r>
          </a:p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r>
              <a:rPr dirty="0"/>
              <a:t>Reproducible analysis workflow</a:t>
            </a:r>
          </a:p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r>
              <a:rPr dirty="0"/>
              <a:t>CSV DATASET</a:t>
            </a:r>
          </a:p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r>
              <a:rPr dirty="0"/>
              <a:t>5,190 records • 13 columns</a:t>
            </a:r>
          </a:p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endParaRPr dirty="0"/>
          </a:p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r>
              <a:rPr dirty="0"/>
              <a:t>METHODS</a:t>
            </a:r>
          </a:p>
          <a:p>
            <a:pPr>
              <a:spcAft>
                <a:spcPts val="800"/>
              </a:spcAft>
              <a:defRPr sz="1900" b="1">
                <a:solidFill>
                  <a:srgbClr val="1E3C4B"/>
                </a:solidFill>
              </a:defRPr>
            </a:pPr>
            <a:r>
              <a:rPr dirty="0"/>
              <a:t>Descriptive statistics, group averages and correlation checks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32" name="Picture 31" descr="visit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377440"/>
            <a:ext cx="5212080" cy="2886634"/>
          </a:xfrm>
          <a:prstGeom prst="rect">
            <a:avLst/>
          </a:prstGeom>
        </p:spPr>
      </p:pic>
      <p:pic>
        <p:nvPicPr>
          <p:cNvPr id="33" name="Picture 32" descr="visits_by_illnes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377440"/>
            <a:ext cx="5212080" cy="2886634"/>
          </a:xfrm>
          <a:prstGeom prst="rect">
            <a:avLst/>
          </a:prstGeom>
        </p:spPr>
      </p:pic>
      <p:sp>
        <p:nvSpPr>
          <p:cNvPr id="3" name="Title 3">
            <a:extLst>
              <a:ext uri="{FF2B5EF4-FFF2-40B4-BE49-F238E27FC236}">
                <a16:creationId xmlns:a16="http://schemas.microsoft.com/office/drawing/2014/main" id="{8651CF95-928B-F896-20AE-4AEC2C87D8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sz="3600" dirty="0"/>
              <a:t>RESULTS </a:t>
            </a:r>
            <a:endParaRPr lang="en-IN" sz="3600" dirty="0"/>
          </a:p>
        </p:txBody>
      </p:sp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2A656BA-446B-5850-4F32-DEEA82CDFF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547F3749-F6CF-91FC-9FF0-C3E55456D1B6}"/>
              </a:ext>
            </a:extLst>
          </p:cNvPr>
          <p:cNvSpPr txBox="1">
            <a:spLocks/>
          </p:cNvSpPr>
          <p:nvPr/>
        </p:nvSpPr>
        <p:spPr>
          <a:xfrm>
            <a:off x="675957" y="370589"/>
            <a:ext cx="2981643" cy="8309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b="1" dirty="0">
                <a:solidFill>
                  <a:schemeClr val="tx1"/>
                </a:solidFill>
              </a:rPr>
              <a:t>RESULTS </a:t>
            </a:r>
            <a:endParaRPr lang="en-IN" b="1" dirty="0">
              <a:solidFill>
                <a:schemeClr val="tx1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B345D9-5DAD-7CBC-5B79-798F9FA403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17998" y="2429026"/>
            <a:ext cx="6000750" cy="4476750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349FA87-87DB-A782-28D7-67A93D3D037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8228394"/>
              </p:ext>
            </p:extLst>
          </p:nvPr>
        </p:nvGraphicFramePr>
        <p:xfrm>
          <a:off x="677863" y="1403826"/>
          <a:ext cx="8596312" cy="822960"/>
        </p:xfrm>
        <a:graphic>
          <a:graphicData uri="http://schemas.openxmlformats.org/drawingml/2006/table">
            <a:tbl>
              <a:tblPr>
                <a:tableStyleId>{6E25E649-3F16-4E02-A733-19D2CDBF48F0}</a:tableStyleId>
              </a:tblPr>
              <a:tblGrid>
                <a:gridCol w="1947602">
                  <a:extLst>
                    <a:ext uri="{9D8B030D-6E8A-4147-A177-3AD203B41FA5}">
                      <a16:colId xmlns:a16="http://schemas.microsoft.com/office/drawing/2014/main" val="1524110365"/>
                    </a:ext>
                  </a:extLst>
                </a:gridCol>
                <a:gridCol w="1947602">
                  <a:extLst>
                    <a:ext uri="{9D8B030D-6E8A-4147-A177-3AD203B41FA5}">
                      <a16:colId xmlns:a16="http://schemas.microsoft.com/office/drawing/2014/main" val="3853706147"/>
                    </a:ext>
                  </a:extLst>
                </a:gridCol>
                <a:gridCol w="1947602">
                  <a:extLst>
                    <a:ext uri="{9D8B030D-6E8A-4147-A177-3AD203B41FA5}">
                      <a16:colId xmlns:a16="http://schemas.microsoft.com/office/drawing/2014/main" val="3328792031"/>
                    </a:ext>
                  </a:extLst>
                </a:gridCol>
                <a:gridCol w="2753506">
                  <a:extLst>
                    <a:ext uri="{9D8B030D-6E8A-4147-A177-3AD203B41FA5}">
                      <a16:colId xmlns:a16="http://schemas.microsoft.com/office/drawing/2014/main" val="283417306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br>
                        <a:rPr lang="en-IN" sz="1050">
                          <a:effectLst/>
                        </a:rPr>
                      </a:br>
                      <a:r>
                        <a:rPr lang="en-IN" sz="1050">
                          <a:effectLst/>
                        </a:rPr>
                        <a:t>nchronic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count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mean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6010671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0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no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3098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0.272111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38030098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1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 dirty="0">
                          <a:effectLst/>
                        </a:rPr>
                        <a:t>yes</a:t>
                      </a:r>
                      <a:endParaRPr lang="en-IN" sz="1050" b="0" i="0" dirty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2092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 dirty="0">
                          <a:effectLst/>
                        </a:rPr>
                        <a:t>0.345602</a:t>
                      </a:r>
                      <a:endParaRPr lang="en-IN" sz="1050" b="0" i="0" dirty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288257821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7943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F4FF5CD1-0F64-E957-7CC1-A1D03DCD8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277EBB4-E85B-10A7-399C-2423C46D7563}"/>
              </a:ext>
            </a:extLst>
          </p:cNvPr>
          <p:cNvSpPr txBox="1">
            <a:spLocks/>
          </p:cNvSpPr>
          <p:nvPr/>
        </p:nvSpPr>
        <p:spPr>
          <a:xfrm>
            <a:off x="675957" y="370589"/>
            <a:ext cx="2981643" cy="8309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b="1" dirty="0">
                <a:solidFill>
                  <a:schemeClr val="tx1"/>
                </a:solidFill>
              </a:rPr>
              <a:t>RESULTS </a:t>
            </a:r>
            <a:endParaRPr lang="en-IN" b="1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4455FBC-D27C-3A5D-51E9-11821E653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625" y="2333625"/>
            <a:ext cx="6000750" cy="4476750"/>
          </a:xfrm>
          <a:prstGeom prst="rect">
            <a:avLst/>
          </a:prstGeom>
        </p:spPr>
      </p:pic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35329DB-4ACD-0CA7-2F2B-E458B075A8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6714"/>
              </p:ext>
            </p:extLst>
          </p:nvPr>
        </p:nvGraphicFramePr>
        <p:xfrm>
          <a:off x="677863" y="1309846"/>
          <a:ext cx="8596312" cy="807720"/>
        </p:xfrm>
        <a:graphic>
          <a:graphicData uri="http://schemas.openxmlformats.org/drawingml/2006/table">
            <a:tbl>
              <a:tblPr>
                <a:tableStyleId>{6E25E649-3F16-4E02-A733-19D2CDBF48F0}</a:tableStyleId>
              </a:tblPr>
              <a:tblGrid>
                <a:gridCol w="1947602">
                  <a:extLst>
                    <a:ext uri="{9D8B030D-6E8A-4147-A177-3AD203B41FA5}">
                      <a16:colId xmlns:a16="http://schemas.microsoft.com/office/drawing/2014/main" val="3481478848"/>
                    </a:ext>
                  </a:extLst>
                </a:gridCol>
                <a:gridCol w="1947602">
                  <a:extLst>
                    <a:ext uri="{9D8B030D-6E8A-4147-A177-3AD203B41FA5}">
                      <a16:colId xmlns:a16="http://schemas.microsoft.com/office/drawing/2014/main" val="3236512546"/>
                    </a:ext>
                  </a:extLst>
                </a:gridCol>
                <a:gridCol w="1947602">
                  <a:extLst>
                    <a:ext uri="{9D8B030D-6E8A-4147-A177-3AD203B41FA5}">
                      <a16:colId xmlns:a16="http://schemas.microsoft.com/office/drawing/2014/main" val="2228780083"/>
                    </a:ext>
                  </a:extLst>
                </a:gridCol>
                <a:gridCol w="2753506">
                  <a:extLst>
                    <a:ext uri="{9D8B030D-6E8A-4147-A177-3AD203B41FA5}">
                      <a16:colId xmlns:a16="http://schemas.microsoft.com/office/drawing/2014/main" val="113355918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gender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count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mean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endParaRPr lang="en-IN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01145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0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female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2702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0.361954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183088097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1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male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>
                          <a:effectLst/>
                        </a:rPr>
                        <a:t>2488</a:t>
                      </a:r>
                      <a:endParaRPr lang="en-IN" sz="1050" b="0" i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tc>
                  <a:txBody>
                    <a:bodyPr/>
                    <a:lstStyle/>
                    <a:p>
                      <a:pPr algn="r" fontAlgn="ctr">
                        <a:buNone/>
                      </a:pPr>
                      <a:r>
                        <a:rPr lang="en-IN" sz="1050" dirty="0">
                          <a:effectLst/>
                        </a:rPr>
                        <a:t>0.236334</a:t>
                      </a:r>
                      <a:endParaRPr lang="en-IN" sz="1050" b="0" i="0" dirty="0">
                        <a:solidFill>
                          <a:srgbClr val="BBBEBF"/>
                        </a:solidFill>
                        <a:effectLst/>
                        <a:latin typeface="Segoe WPC"/>
                      </a:endParaRPr>
                    </a:p>
                  </a:txBody>
                  <a:tcPr marL="60960" marR="60960" marT="30480" marB="30480" anchor="ctr"/>
                </a:tc>
                <a:extLst>
                  <a:ext uri="{0D108BD9-81ED-4DB2-BD59-A6C34878D82A}">
                    <a16:rowId xmlns:a16="http://schemas.microsoft.com/office/drawing/2014/main" val="39362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4465529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8E24E9-A7CB-E22E-23CC-42A4E2697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45553EC-D1A4-5CE0-4BDE-F48B8E515B85}"/>
              </a:ext>
            </a:extLst>
          </p:cNvPr>
          <p:cNvSpPr txBox="1">
            <a:spLocks/>
          </p:cNvSpPr>
          <p:nvPr/>
        </p:nvSpPr>
        <p:spPr>
          <a:xfrm>
            <a:off x="675957" y="370589"/>
            <a:ext cx="2981643" cy="8309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GB" b="1" dirty="0">
                <a:solidFill>
                  <a:schemeClr val="tx1"/>
                </a:solidFill>
              </a:rPr>
              <a:t>RESULTS </a:t>
            </a:r>
            <a:endParaRPr lang="en-IN" b="1" dirty="0">
              <a:solidFill>
                <a:schemeClr val="tx1"/>
              </a:solidFill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516677E-6E48-C8C0-077E-47E07E14C4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95625" y="1800225"/>
            <a:ext cx="6000750" cy="4476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1123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292DEBD-3835-EE36-687F-D1A25B3A3F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C7022A7-BCB4-B588-0D03-79D0E98D15AA}"/>
              </a:ext>
            </a:extLst>
          </p:cNvPr>
          <p:cNvSpPr txBox="1">
            <a:spLocks/>
          </p:cNvSpPr>
          <p:nvPr/>
        </p:nvSpPr>
        <p:spPr>
          <a:xfrm>
            <a:off x="675957" y="370589"/>
            <a:ext cx="5877243" cy="8309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b="1" dirty="0">
                <a:solidFill>
                  <a:schemeClr val="tx1"/>
                </a:solidFill>
              </a:rPr>
              <a:t>Summary and limitations</a:t>
            </a:r>
            <a:endParaRPr lang="en-IN" dirty="0">
              <a:solidFill>
                <a:schemeClr val="tx1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52335C4-5CB1-FB56-2787-4E04C0A2B15B}"/>
              </a:ext>
            </a:extLst>
          </p:cNvPr>
          <p:cNvSpPr txBox="1"/>
          <p:nvPr/>
        </p:nvSpPr>
        <p:spPr>
          <a:xfrm>
            <a:off x="939800" y="1352550"/>
            <a:ext cx="9404350" cy="458587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Summary:</a:t>
            </a:r>
          </a:p>
          <a:p>
            <a:r>
              <a:rPr lang="en-US" sz="2000" dirty="0"/>
              <a:t>The analysis explores the relationship between healthcare visits and factors such as illness, health status, age, income, and reduced activity. These findings help identify patterns in healthcare utilization.</a:t>
            </a:r>
          </a:p>
          <a:p>
            <a:endParaRPr lang="en-US" sz="2400" b="1" dirty="0"/>
          </a:p>
          <a:p>
            <a:r>
              <a:rPr lang="en-US" sz="2400" b="1" dirty="0"/>
              <a:t>Limitations: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The dataset is observational, so correlations do not establish cause and effect.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Age is recorded on a fractional scale, and its exact interpretation requires confirmation from the dataset documentation.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Correlation values indicate associations, not necessarily strong relationships.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The analysis is limited to the variables and records available in the dataset.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000" dirty="0"/>
              <a:t>The findings should not be used as a substitute for professional medical advice or clinical decisions.</a:t>
            </a:r>
            <a:endParaRPr lang="en-IN" sz="2000" dirty="0"/>
          </a:p>
        </p:txBody>
      </p:sp>
    </p:spTree>
    <p:extLst>
      <p:ext uri="{BB962C8B-B14F-4D97-AF65-F5344CB8AC3E}">
        <p14:creationId xmlns:p14="http://schemas.microsoft.com/office/powerpoint/2010/main" val="282080948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80D3DC83-AD0C-A64A-1D04-BD2667026A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Title 3">
            <a:extLst>
              <a:ext uri="{FF2B5EF4-FFF2-40B4-BE49-F238E27FC236}">
                <a16:creationId xmlns:a16="http://schemas.microsoft.com/office/drawing/2014/main" id="{3059E741-B851-35D5-911B-EC47B9E4C581}"/>
              </a:ext>
            </a:extLst>
          </p:cNvPr>
          <p:cNvSpPr txBox="1">
            <a:spLocks/>
          </p:cNvSpPr>
          <p:nvPr/>
        </p:nvSpPr>
        <p:spPr>
          <a:xfrm>
            <a:off x="675957" y="370589"/>
            <a:ext cx="4735798" cy="830997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accent1"/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en-IN" sz="4000" b="1" dirty="0">
                <a:solidFill>
                  <a:schemeClr val="tx1"/>
                </a:solidFill>
              </a:rPr>
              <a:t>GitHub</a:t>
            </a:r>
            <a:r>
              <a:rPr lang="en-IN" sz="4000" b="1" dirty="0"/>
              <a:t> </a:t>
            </a:r>
            <a:r>
              <a:rPr lang="en-IN" sz="4000" b="1" dirty="0">
                <a:solidFill>
                  <a:schemeClr val="tx1"/>
                </a:solidFill>
              </a:rPr>
              <a:t>Link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F2AF2A6-7701-7935-2A68-3493E8EE2EAF}"/>
              </a:ext>
            </a:extLst>
          </p:cNvPr>
          <p:cNvSpPr txBox="1"/>
          <p:nvPr/>
        </p:nvSpPr>
        <p:spPr>
          <a:xfrm>
            <a:off x="638175" y="2209770"/>
            <a:ext cx="6115050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000" i="1" dirty="0"/>
              <a:t>Tap the link above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FC4AAFC-6A59-C596-15E2-8696C9406307}"/>
              </a:ext>
            </a:extLst>
          </p:cNvPr>
          <p:cNvSpPr txBox="1"/>
          <p:nvPr/>
        </p:nvSpPr>
        <p:spPr>
          <a:xfrm>
            <a:off x="638175" y="1615559"/>
            <a:ext cx="611505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hlinkClick r:id="rId2"/>
              </a:rPr>
              <a:t>Healthcare Analysis</a:t>
            </a:r>
            <a:endParaRPr lang="en-IN" sz="2400" b="1" dirty="0"/>
          </a:p>
        </p:txBody>
      </p:sp>
    </p:spTree>
    <p:extLst>
      <p:ext uri="{BB962C8B-B14F-4D97-AF65-F5344CB8AC3E}">
        <p14:creationId xmlns:p14="http://schemas.microsoft.com/office/powerpoint/2010/main" val="22926135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97560" y="3078943"/>
            <a:ext cx="11340000" cy="700114"/>
          </a:xfrm>
          <a:prstGeom prst="rect">
            <a:avLst/>
          </a:prstGeom>
        </p:spPr>
        <p:txBody>
          <a:bodyPr wrap="square" anchor="ctr">
            <a:noAutofit/>
          </a:bodyPr>
          <a:lstStyle/>
          <a:p>
            <a:pPr algn="ctr">
              <a:defRPr sz="3200" b="1">
                <a:solidFill>
                  <a:srgbClr val="193C4B"/>
                </a:solidFill>
              </a:defRPr>
            </a:pPr>
            <a:r>
              <a:rPr sz="5400" dirty="0"/>
              <a:t>Thank You</a:t>
            </a:r>
            <a:endParaRPr lang="en-US" sz="5400" b="1" dirty="0">
              <a:solidFill>
                <a:schemeClr val="tx1"/>
              </a:solidFill>
            </a:endParaRPr>
          </a:p>
        </p:txBody>
      </p:sp>
      <p:sp>
        <p:nvSpPr>
          <p:cNvPr id="31" name="Text Placeholder 30">
            <a:extLst>
              <a:ext uri="{FF2B5EF4-FFF2-40B4-BE49-F238E27FC236}">
                <a16:creationId xmlns:a16="http://schemas.microsoft.com/office/drawing/2014/main" id="{97AB1F14-3A1E-4057-A473-9975BA59F01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3727865" y="4641925"/>
            <a:ext cx="2139695" cy="1108635"/>
          </a:xfrm>
        </p:spPr>
        <p:txBody>
          <a:bodyPr>
            <a:normAutofit/>
          </a:bodyPr>
          <a:lstStyle/>
          <a:p>
            <a:r>
              <a:rPr lang="en-US" dirty="0"/>
              <a:t>.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6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4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45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31" grpId="0" build="p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583</TotalTime>
  <Words>477</Words>
  <Application>Microsoft Office PowerPoint</Application>
  <PresentationFormat>Widescreen</PresentationFormat>
  <Paragraphs>93</Paragraphs>
  <Slides>12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Segoe WPC</vt:lpstr>
      <vt:lpstr>Trebuchet MS</vt:lpstr>
      <vt:lpstr>Wingdings</vt:lpstr>
      <vt:lpstr>Wingdings 3</vt:lpstr>
      <vt:lpstr>Facet</vt:lpstr>
      <vt:lpstr>Healthcare Analytics for Doctor Visits</vt:lpstr>
      <vt:lpstr>PROBLEM STATEMENT</vt:lpstr>
      <vt:lpstr>PROJECT DESCRIPTION</vt:lpstr>
      <vt:lpstr>WHO ARE THE END USERS?</vt:lpstr>
      <vt:lpstr>Technology Used</vt:lpstr>
      <vt:lpstr>RESULTS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Shiwank Singh</cp:lastModifiedBy>
  <cp:revision>73</cp:revision>
  <dcterms:created xsi:type="dcterms:W3CDTF">2021-07-11T13:13:15Z</dcterms:created>
  <dcterms:modified xsi:type="dcterms:W3CDTF">2026-10-22T08:50:46Z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